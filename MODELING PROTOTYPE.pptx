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56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4631F-4D14-7C77-B7D0-6E4A1A55F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6E4A6A-32E2-BCB8-32CE-6006E175F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CA6B-8EAB-FBA1-E09D-653E644AD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A8072-8C6B-AF81-5956-92B68A71B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014FD-9769-4B81-DC56-3E62629BE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04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9DA65-12C6-1658-02AC-2C9B97A20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9C5-D63D-A173-8C99-982DF7914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5CA4E-B716-52E7-8BFB-E3E97E516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05F52-14C0-DAFC-F2DD-738C4F90E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2EDF9-E46C-7054-D869-317E3FD1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180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8CBE7-AABC-5988-F4B9-70CDB7FAA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9348B-EDCE-BC63-8EAF-00DA2A416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808C-33FB-5489-5F5B-3C36F7669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3E4B-8390-38FB-8FFB-4F9C0B320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0DE30-748F-D3BE-1D00-30BFC4838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460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F8513-E540-FD5F-DAB2-E9772DFA0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8B1E6-06D7-8600-F7E5-B7561A8063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B50882-D63D-81F4-21EC-26DE528E59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904A1F-D040-B6D0-C17C-59A53F670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7C04B-AC58-43FB-7EE6-2FC188B1A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6796AE-A0C4-67C1-2AD6-DAE0351F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332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67BDE-08B9-BA92-D6AE-00D4F0A6E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41E59-7104-A670-F4C4-F33AAD01F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32A0A-80E7-5EF4-E962-107C3C4E66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19DAD9-236A-0840-68AC-AFF72C917F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76D76-EB43-1940-A077-6D1C7DF85E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3ACF5F-FB4C-370E-FD7E-9BF14346A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05D767-1D18-F4CF-73D7-8492AABBE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6C292E-BC63-4140-0DC2-F4242C711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155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D3F7-4CD5-A12A-4979-FB3353E7D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964859-4ADF-0250-791C-479816BB5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968651-AE49-FD84-6F82-D48A6F254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C54F7-34EC-22AF-67AA-5AA8DABB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07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981A3F-1CDF-947E-B8A6-CF3AE76C9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8A4B38-F8D1-8DB6-0C56-07FFBB8C5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FD0DDF-1689-5280-2117-513F5187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199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8DAC0-92CC-84C2-7081-B4433A3EA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948B8-0A9A-896F-910C-EB78E7766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9AB275-63DA-C635-1C5E-A18C033E0B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9EE96-FF9B-A4DC-A35A-792503FF1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A804F-E0CB-3BE9-18D1-874BC71EA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CCBA6D-6DFE-739B-BAEE-9F1786EF7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669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91102-283D-21CE-E292-EDA9FDE7D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0A7E0C-7589-9CDC-8BF2-8C5BF3C47F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C9944-4D43-9451-DF4C-E7ACA77BFD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6FAD04-BD27-752F-B826-ADC33F0FC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8036C2-D591-A289-35B1-CC449C667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83137-1D6C-06B4-60EC-4607D1A55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580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3893E-8971-0DD9-236F-DEF3DD48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A45F1F-65A2-920A-8A49-9D1A19CD0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D84E7-D323-821D-CAE8-44633D1E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4696-39C8-E1F2-7E37-A59DD9779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3FBA6-7671-F5F2-07E3-9B8C119A9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0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E5AD6A-FBEB-575F-18B5-9B3ECF9C1A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1B20F4-8356-68B4-B9BF-24BC766DFE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5CB28-C29A-4AAB-7C29-3C9E321E9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DA7B7-1474-946E-5A7D-5A6B163AB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02A89-34DC-6BD3-0634-4FD87A081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218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A7992F-9EC5-61CA-F85F-4C085A787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04E646-D4E4-3C55-725D-2DC2BD4D0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0533E-119F-BDA3-E41C-5CC3CDFFC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3FF9DA-5D5E-4F2F-9C45-87A8CD9A4395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656FE-C857-36D3-450F-B6647246C0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0F985-422B-C0A3-4016-82CF9607A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58238A-19F5-4A9C-823C-8C593A282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234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E3BAB5-BB7D-4142-8EE8-1F7D569FD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51" y="200155"/>
            <a:ext cx="2819644" cy="63099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24A6AC-0D9B-2155-E85E-1EFDB6ACB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3" y="200155"/>
            <a:ext cx="2766300" cy="60736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BDD127-2088-F17B-167B-0AFD6EB305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5231" y="200155"/>
            <a:ext cx="2331922" cy="344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151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A35CC5-2E37-CF7F-726E-903308D16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93" y="575290"/>
            <a:ext cx="5273244" cy="22467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A42F53-EB5E-370D-E9BE-44B958F79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75290"/>
            <a:ext cx="5929745" cy="220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577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8889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405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3840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abang muslim</dc:creator>
  <cp:lastModifiedBy>abang muslim</cp:lastModifiedBy>
  <cp:revision>2</cp:revision>
  <dcterms:created xsi:type="dcterms:W3CDTF">2025-11-09T10:41:14Z</dcterms:created>
  <dcterms:modified xsi:type="dcterms:W3CDTF">2025-11-10T12:39:02Z</dcterms:modified>
</cp:coreProperties>
</file>