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83" d="100"/>
          <a:sy n="83" d="100"/>
        </p:scale>
        <p:origin x="566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C4631F-4D14-7C77-B7D0-6E4A1A55FE5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26E4A6A-32E2-BCB8-32CE-6006E175F31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C4BCA6B-8EAB-FBA1-E09D-653E644ADB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3FF9DA-5D5E-4F2F-9C45-87A8CD9A4395}" type="datetimeFigureOut">
              <a:rPr lang="en-US" smtClean="0"/>
              <a:t>11/9/2025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3DA8072-8C6B-AF81-5956-92B68A71BA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A014FD-9769-4B81-DC56-3E62629BEC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58238A-19F5-4A9C-823C-8C593A2821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960439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79DA65-12C6-1658-02AC-2C9B97A202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A759C5-D63D-A173-8C99-982DF791438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05CA4E-B716-52E7-8BFB-E3E97E5169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3FF9DA-5D5E-4F2F-9C45-87A8CD9A4395}" type="datetimeFigureOut">
              <a:rPr lang="en-US" smtClean="0"/>
              <a:t>11/9/2025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D05F52-14C0-DAFC-F2DD-738C4F90E6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32EDF9-E46C-7054-D869-317E3FD159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58238A-19F5-4A9C-823C-8C593A2821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01804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D8CBE7-AABC-5988-F4B9-70CDB7FAA8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919348B-EDCE-BC63-8EAF-00DA2A416AE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5A808C-33FB-5489-5F5B-3C36F7669B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3FF9DA-5D5E-4F2F-9C45-87A8CD9A4395}" type="datetimeFigureOut">
              <a:rPr lang="en-US" smtClean="0"/>
              <a:t>11/9/2025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343E4B-8390-38FB-8FFB-4F9C0B3202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30DE30-748F-D3BE-1D00-30BFC4838D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58238A-19F5-4A9C-823C-8C593A2821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34608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9F8513-E540-FD5F-DAB2-E9772DFA03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F8B1E6-06D7-8600-F7E5-B7561A80630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FB50882-D63D-81F4-21EC-26DE528E597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0904A1F-D040-B6D0-C17C-59A53F6709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3FF9DA-5D5E-4F2F-9C45-87A8CD9A4395}" type="datetimeFigureOut">
              <a:rPr lang="en-US" smtClean="0"/>
              <a:t>11/9/2025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597C04B-AC58-43FB-7EE6-2FC188B1A4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76796AE-A0C4-67C1-2AD6-DAE0351F2E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58238A-19F5-4A9C-823C-8C593A2821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73326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E67BDE-08B9-BA92-D6AE-00D4F0A6EF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0541E59-7104-A670-F4C4-F33AAD01FF7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AE32A0A-80E7-5EF4-E962-107C3C4E66E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219DAD9-236A-0840-68AC-AFF72C917F6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2C76D76-EB43-1940-A077-6D1C7DF85E7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33ACF5F-FB4C-370E-FD7E-9BF14346AB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3FF9DA-5D5E-4F2F-9C45-87A8CD9A4395}" type="datetimeFigureOut">
              <a:rPr lang="en-US" smtClean="0"/>
              <a:t>11/9/2025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405D767-1D18-F4CF-73D7-8492AABBE0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C6C292E-BC63-4140-0DC2-F4242C711E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58238A-19F5-4A9C-823C-8C593A2821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11554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D9D3F7-4CD5-A12A-4979-FB3353E7D3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A964859-4ADF-0250-791C-479816BB50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3FF9DA-5D5E-4F2F-9C45-87A8CD9A4395}" type="datetimeFigureOut">
              <a:rPr lang="en-US" smtClean="0"/>
              <a:t>11/9/2025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F968651-AE49-FD84-6F82-D48A6F254E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DDC54F7-34EC-22AF-67AA-5AA8DABB77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58238A-19F5-4A9C-823C-8C593A2821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60765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F981A3F-1CDF-947E-B8A6-CF3AE76C93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3FF9DA-5D5E-4F2F-9C45-87A8CD9A4395}" type="datetimeFigureOut">
              <a:rPr lang="en-US" smtClean="0"/>
              <a:t>11/9/2025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C8A4B38-F8D1-8DB6-0C56-07FFBB8C59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1FD0DDF-1689-5280-2117-513F518719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58238A-19F5-4A9C-823C-8C593A2821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219918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C8DAC0-92CC-84C2-7081-B4433A3EA5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6948B8-0A9A-896F-910C-EB78E7766F5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39AB275-63DA-C635-1C5E-A18C033E0B1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169EE96-FF9B-A4DC-A35A-792503FF1E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3FF9DA-5D5E-4F2F-9C45-87A8CD9A4395}" type="datetimeFigureOut">
              <a:rPr lang="en-US" smtClean="0"/>
              <a:t>11/9/2025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C4A804F-E0CB-3BE9-18D1-874BC71EA8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7CCBA6D-6DFE-739B-BAEE-9F1786EF77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58238A-19F5-4A9C-823C-8C593A2821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36695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191102-283D-21CE-E292-EDA9FDE7DC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10A7E0C-7589-9CDC-8BF2-8C5BF3C47FB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B7C9944-4D43-9451-DF4C-E7ACA77BFD1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16FAD04-BD27-752F-B826-ADC33F0FCE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3FF9DA-5D5E-4F2F-9C45-87A8CD9A4395}" type="datetimeFigureOut">
              <a:rPr lang="en-US" smtClean="0"/>
              <a:t>11/9/2025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68036C2-D591-A289-35B1-CC449C6674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9283137-1D6C-06B4-60EC-4607D1A55C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58238A-19F5-4A9C-823C-8C593A2821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15801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D3893E-8971-0DD9-236F-DEF3DD4818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AA45F1F-65A2-920A-8A49-9D1A19CD0DB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7BD84E7-D323-821D-CAE8-44633D1ED9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3FF9DA-5D5E-4F2F-9C45-87A8CD9A4395}" type="datetimeFigureOut">
              <a:rPr lang="en-US" smtClean="0"/>
              <a:t>11/9/2025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CD74696-39C8-E1F2-7E37-A59DD97799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13FBA6-7671-F5F2-07E3-9B8C119A9C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58238A-19F5-4A9C-823C-8C593A2821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2023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6E5AD6A-FBEB-575F-18B5-9B3ECF9C1A5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21B20F4-8356-68B4-B9BF-24BC766DFEB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75CB28-C29A-4AAB-7C29-3C9E321E98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3FF9DA-5D5E-4F2F-9C45-87A8CD9A4395}" type="datetimeFigureOut">
              <a:rPr lang="en-US" smtClean="0"/>
              <a:t>11/9/2025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BDA7B7-1474-946E-5A7D-5A6B163AB4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A002A89-34DC-6BD3-0634-4FD87A081B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58238A-19F5-4A9C-823C-8C593A2821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32188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8A7992F-9EC5-61CA-F85F-4C085A787B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E04E646-D4E4-3C55-725D-2DC2BD4D063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D30533E-119F-BDA3-E41C-5CC3CDFFC6E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33FF9DA-5D5E-4F2F-9C45-87A8CD9A4395}" type="datetimeFigureOut">
              <a:rPr lang="en-US" smtClean="0"/>
              <a:t>11/9/2025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A656FE-C857-36D3-450F-B6647246C04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A0F985-422B-C0A3-4016-82CF9607A69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258238A-19F5-4A9C-823C-8C593A2821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72344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86E3BAB5-BB7D-4142-8EE8-1F7D569FDB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5451" y="200155"/>
            <a:ext cx="2819644" cy="630990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924A6AC-0D9B-2155-E85E-1EFDB6ACB7F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02013" y="200155"/>
            <a:ext cx="2766300" cy="6073666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35BDD127-2088-F17B-167B-0AFD6EB3054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05231" y="200155"/>
            <a:ext cx="2331922" cy="34445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415126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abang muslim</dc:creator>
  <cp:lastModifiedBy>abang muslim</cp:lastModifiedBy>
  <cp:revision>1</cp:revision>
  <dcterms:created xsi:type="dcterms:W3CDTF">2025-11-09T10:41:14Z</dcterms:created>
  <dcterms:modified xsi:type="dcterms:W3CDTF">2025-11-09T10:41:41Z</dcterms:modified>
</cp:coreProperties>
</file>